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CF9D6-C7F7-4DDA-AD27-6C4BDE2F3116}" type="datetimeFigureOut">
              <a:rPr lang="fr-FR" smtClean="0"/>
              <a:t>29/04/2026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795B8-02D9-42A1-925F-0C93C46B84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2978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CF9D6-C7F7-4DDA-AD27-6C4BDE2F3116}" type="datetimeFigureOut">
              <a:rPr lang="fr-FR" smtClean="0"/>
              <a:t>29/04/2026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795B8-02D9-42A1-925F-0C93C46B84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1262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CF9D6-C7F7-4DDA-AD27-6C4BDE2F3116}" type="datetimeFigureOut">
              <a:rPr lang="fr-FR" smtClean="0"/>
              <a:t>29/04/2026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795B8-02D9-42A1-925F-0C93C46B84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1210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CF9D6-C7F7-4DDA-AD27-6C4BDE2F3116}" type="datetimeFigureOut">
              <a:rPr lang="fr-FR" smtClean="0"/>
              <a:t>29/04/2026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795B8-02D9-42A1-925F-0C93C46B84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356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CF9D6-C7F7-4DDA-AD27-6C4BDE2F3116}" type="datetimeFigureOut">
              <a:rPr lang="fr-FR" smtClean="0"/>
              <a:t>29/04/2026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795B8-02D9-42A1-925F-0C93C46B84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7236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CF9D6-C7F7-4DDA-AD27-6C4BDE2F3116}" type="datetimeFigureOut">
              <a:rPr lang="fr-FR" smtClean="0"/>
              <a:t>29/04/2026</a:t>
            </a:fld>
            <a:endParaRPr lang="fr-F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795B8-02D9-42A1-925F-0C93C46B84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9019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CF9D6-C7F7-4DDA-AD27-6C4BDE2F3116}" type="datetimeFigureOut">
              <a:rPr lang="fr-FR" smtClean="0"/>
              <a:t>29/04/2026</a:t>
            </a:fld>
            <a:endParaRPr lang="fr-F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795B8-02D9-42A1-925F-0C93C46B84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3078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CF9D6-C7F7-4DDA-AD27-6C4BDE2F3116}" type="datetimeFigureOut">
              <a:rPr lang="fr-FR" smtClean="0"/>
              <a:t>29/04/2026</a:t>
            </a:fld>
            <a:endParaRPr lang="fr-F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795B8-02D9-42A1-925F-0C93C46B84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8193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CF9D6-C7F7-4DDA-AD27-6C4BDE2F3116}" type="datetimeFigureOut">
              <a:rPr lang="fr-FR" smtClean="0"/>
              <a:t>29/04/2026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795B8-02D9-42A1-925F-0C93C46B84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3540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CF9D6-C7F7-4DDA-AD27-6C4BDE2F3116}" type="datetimeFigureOut">
              <a:rPr lang="fr-FR" smtClean="0"/>
              <a:t>29/04/2026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795B8-02D9-42A1-925F-0C93C46B84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0380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CF9D6-C7F7-4DDA-AD27-6C4BDE2F3116}" type="datetimeFigureOut">
              <a:rPr lang="fr-FR" smtClean="0"/>
              <a:t>29/04/2026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795B8-02D9-42A1-925F-0C93C46B84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45060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CF9D6-C7F7-4DDA-AD27-6C4BDE2F3116}" type="datetimeFigureOut">
              <a:rPr lang="fr-FR" smtClean="0"/>
              <a:t>29/04/2026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795B8-02D9-42A1-925F-0C93C46B849B}" type="slidenum">
              <a:rPr lang="fr-FR" smtClean="0"/>
              <a:t>‹N°›</a:t>
            </a:fld>
            <a:endParaRPr lang="fr-F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3012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CF9D6-C7F7-4DDA-AD27-6C4BDE2F3116}" type="datetimeFigureOut">
              <a:rPr lang="fr-FR" smtClean="0"/>
              <a:t>29/04/2026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795B8-02D9-42A1-925F-0C93C46B84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20512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CF9D6-C7F7-4DDA-AD27-6C4BDE2F3116}" type="datetimeFigureOut">
              <a:rPr lang="fr-FR" smtClean="0"/>
              <a:t>29/04/2026</a:t>
            </a:fld>
            <a:endParaRPr lang="fr-F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795B8-02D9-42A1-925F-0C93C46B84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04593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CF9D6-C7F7-4DDA-AD27-6C4BDE2F3116}" type="datetimeFigureOut">
              <a:rPr lang="fr-FR" smtClean="0"/>
              <a:t>29/04/2026</a:t>
            </a:fld>
            <a:endParaRPr lang="fr-F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795B8-02D9-42A1-925F-0C93C46B84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9463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CF9D6-C7F7-4DDA-AD27-6C4BDE2F3116}" type="datetimeFigureOut">
              <a:rPr lang="fr-FR" smtClean="0"/>
              <a:t>29/04/2026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795B8-02D9-42A1-925F-0C93C46B84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46953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CF9D6-C7F7-4DDA-AD27-6C4BDE2F3116}" type="datetimeFigureOut">
              <a:rPr lang="fr-FR" smtClean="0"/>
              <a:t>29/04/2026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795B8-02D9-42A1-925F-0C93C46B84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350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11CF9D6-C7F7-4DDA-AD27-6C4BDE2F3116}" type="datetimeFigureOut">
              <a:rPr lang="fr-FR" smtClean="0"/>
              <a:t>29/04/2026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795B8-02D9-42A1-925F-0C93C46B84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46813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F30C81A-96E7-47F9-DF17-58EBD4D7BC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2424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A0F2F8-B5EA-F0DA-DF7D-363320559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89" y="94620"/>
            <a:ext cx="10515600" cy="1325563"/>
          </a:xfrm>
        </p:spPr>
        <p:txBody>
          <a:bodyPr>
            <a:normAutofit/>
          </a:bodyPr>
          <a:lstStyle/>
          <a:p>
            <a:r>
              <a:rPr lang="fr-FR" b="1" dirty="0"/>
              <a:t>			Sommaire</a:t>
            </a:r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8CC5A1F-AD3F-E8A1-3CEA-DECB38D5B271}"/>
              </a:ext>
            </a:extLst>
          </p:cNvPr>
          <p:cNvSpPr txBox="1"/>
          <p:nvPr/>
        </p:nvSpPr>
        <p:spPr>
          <a:xfrm>
            <a:off x="593889" y="1574276"/>
            <a:ext cx="1159811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sz="2800" b="1" dirty="0">
                <a:solidFill>
                  <a:schemeClr val="bg1"/>
                </a:solidFill>
              </a:rPr>
              <a:t>Architecture du projet 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800" b="1" dirty="0">
                <a:solidFill>
                  <a:schemeClr val="bg1"/>
                </a:solidFill>
              </a:rPr>
              <a:t>Méthode utilisé 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800" b="1" dirty="0">
                <a:solidFill>
                  <a:schemeClr val="bg1"/>
                </a:solidFill>
              </a:rPr>
              <a:t>Diagramme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800" b="1" dirty="0">
                <a:solidFill>
                  <a:schemeClr val="bg1"/>
                </a:solidFill>
              </a:rPr>
              <a:t>Trello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800" b="1" dirty="0">
                <a:solidFill>
                  <a:schemeClr val="bg1"/>
                </a:solidFill>
              </a:rPr>
              <a:t>Remerciement </a:t>
            </a:r>
          </a:p>
          <a:p>
            <a:pPr marL="342900" indent="-342900">
              <a:buFont typeface="+mj-lt"/>
              <a:buAutoNum type="arabicPeriod"/>
            </a:pPr>
            <a:endParaRPr lang="fr-FR" sz="2800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fr-FR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20082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74F27FED-D82C-E7D6-E672-9F36F4234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418" y="1588091"/>
            <a:ext cx="7513163" cy="5150502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AF66ABA-1A6A-C544-6681-11AAC673D776}"/>
              </a:ext>
            </a:extLst>
          </p:cNvPr>
          <p:cNvSpPr txBox="1"/>
          <p:nvPr/>
        </p:nvSpPr>
        <p:spPr>
          <a:xfrm>
            <a:off x="3148552" y="119407"/>
            <a:ext cx="511875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/>
              <a:t>Architecture Générale</a:t>
            </a:r>
          </a:p>
          <a:p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81628960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586D3A-9CB5-00E3-D7E7-F4384E292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 utilisé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CFA218-9F78-D939-74E4-6EA858AE8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3200" dirty="0"/>
              <a:t>11 utilisation de polymorphismes </a:t>
            </a:r>
          </a:p>
          <a:p>
            <a:r>
              <a:rPr lang="fr-FR" sz="3200" dirty="0"/>
              <a:t>8 utilisation d’héritage :  dont 4 sous classe</a:t>
            </a:r>
          </a:p>
          <a:p>
            <a:r>
              <a:rPr lang="fr-FR" sz="3200" dirty="0"/>
              <a:t>x utilisation de mapping (dizaine)</a:t>
            </a:r>
          </a:p>
          <a:p>
            <a:r>
              <a:rPr lang="fr-FR" sz="3200" dirty="0"/>
              <a:t>4 exception </a:t>
            </a:r>
          </a:p>
          <a:p>
            <a:r>
              <a:rPr lang="fr-FR" sz="3200" dirty="0"/>
              <a:t>x </a:t>
            </a:r>
            <a:r>
              <a:rPr lang="fr-FR" sz="3200" dirty="0" err="1"/>
              <a:t>ListArray</a:t>
            </a:r>
            <a:r>
              <a:rPr lang="fr-FR" sz="3200" dirty="0"/>
              <a:t> (centaine)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245815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9BF004-4A94-E8E3-9D58-957980AFD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diagramme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DFC0605-4991-D20D-13BD-DC34FC2D52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57460"/>
            <a:ext cx="12192000" cy="5184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5176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69EA4D-8431-2C3C-8F7E-FC793E689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09" y="140201"/>
            <a:ext cx="9404723" cy="1400530"/>
          </a:xfrm>
        </p:spPr>
        <p:txBody>
          <a:bodyPr/>
          <a:lstStyle/>
          <a:p>
            <a:pPr algn="ctr"/>
            <a:r>
              <a:rPr lang="fr-FR" sz="5400" dirty="0">
                <a:solidFill>
                  <a:schemeClr val="bg1"/>
                </a:solidFill>
              </a:rPr>
              <a:t>Trello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1A1DD2C-8B49-9098-88A5-1906E5B0D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948" y="1368482"/>
            <a:ext cx="7027047" cy="521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927003"/>
      </p:ext>
    </p:extLst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1B7CA3-4AAC-BABB-9022-2B0DF9ADE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Remerciement 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4AA321E8-4E25-F062-ADA0-71BBADC2F1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2147"/>
            <a:ext cx="12191999" cy="6892724"/>
          </a:xfrm>
        </p:spPr>
      </p:pic>
    </p:spTree>
    <p:extLst>
      <p:ext uri="{BB962C8B-B14F-4D97-AF65-F5344CB8AC3E}">
        <p14:creationId xmlns:p14="http://schemas.microsoft.com/office/powerpoint/2010/main" val="4032869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177</TotalTime>
  <Words>46</Words>
  <Application>Microsoft Office PowerPoint</Application>
  <PresentationFormat>Grand écran</PresentationFormat>
  <Paragraphs>17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0" baseType="lpstr">
      <vt:lpstr>Century Gothic</vt:lpstr>
      <vt:lpstr>Wingdings 3</vt:lpstr>
      <vt:lpstr>Ion</vt:lpstr>
      <vt:lpstr>Présentation PowerPoint</vt:lpstr>
      <vt:lpstr>   Sommaire</vt:lpstr>
      <vt:lpstr>Présentation PowerPoint</vt:lpstr>
      <vt:lpstr>Méthode utilisé </vt:lpstr>
      <vt:lpstr>diagramme</vt:lpstr>
      <vt:lpstr>Trello</vt:lpstr>
      <vt:lpstr>Remerciement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amine hibaoui</dc:creator>
  <cp:lastModifiedBy>amine hibaoui</cp:lastModifiedBy>
  <cp:revision>2</cp:revision>
  <dcterms:created xsi:type="dcterms:W3CDTF">2026-04-29T11:15:16Z</dcterms:created>
  <dcterms:modified xsi:type="dcterms:W3CDTF">2026-04-29T14:12:52Z</dcterms:modified>
</cp:coreProperties>
</file>